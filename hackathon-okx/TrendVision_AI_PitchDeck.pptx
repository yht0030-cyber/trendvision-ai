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TrendVision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AI-Powered Quantitative Trading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55F7"/>
                </a:solidFill>
                <a:latin typeface="Calibri"/>
              </a:defRPr>
            </a:pPr>
            <a:r>
              <a:t>OKX AI Genesis Hackathon  |  #OKXAI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一条命令 3 秒出结论  |  方向 / 评分 / 入场 / 止损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痛点：散户交易者的三大死穴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😫  没有纪律 — 凭感觉开单，逆势扛单到爆仓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🤯  信息过载 — 几十个指标互相矛盾，不知道信哪个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😵  复盘缺失 — 亏了不知道为什么，同样的错误反复犯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解决方案：TrendVision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Calibri"/>
              </a:defRPr>
            </a:pPr>
            <a:r>
              <a:t>把经典趋势交易理论写成代码，让 AI 帮你看盘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📊  双周期验证：1H + 4H 确认，4H 方向过滤死规则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🎯  量化评分 10 分制：&gt;=5分触发，趋势线+A点最强信号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⚡  一键监控：python monitor.py BTC  3 秒出结论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🛡️  内置风控：三大禁区，单笔不超 1/10 风险金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1- 数据获取层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Gate.io (BTC/ETH) + 华尔街见闻 (XAUUSD) + 1H/4H K线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Calibri"/>
              </a:defRPr>
            </a:pPr>
            <a:r>
              <a:t>2- 分析引擎层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Qjt区间 / 趋势线 / 拐点线 / 分界点A / RSI / K线形态 / 波浪 / ATR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3- 信号评分层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10分制量化 / 4H方向过滤 / 趋势线+A点最强信号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4- 输出层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monitor.py / 方向.评分.入场.止损 / 持续监控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量化评分体系（10 分制）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Calibri"/>
              </a:defRPr>
            </a:pPr>
            <a:r>
              <a:t>基础择时（5分）: 价格位置2 + RSI位置1 + K线反转形态2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55F7"/>
                </a:solidFill>
                <a:latin typeface="Calibri"/>
              </a:defRPr>
            </a:pPr>
            <a:r>
              <a:t>系统工具（5分）: 拐点线突破3 + 分界点A突破1 + 趋势线突破1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触发门槛: &gt;= 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Calibri"/>
              </a:defRPr>
            </a:pPr>
            <a:r>
              <a:t>最强信号: 趋势线+分界点A同时突破（额外+1，无视门槛）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4H方向过滤（死规则）: 下降趋势不做多 / 上升趋势不做空 / 无例外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回测验证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真实历史 K 线数据  |  Gate.io / 华尔街见闻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XAUUSD  总胜率 90%  拐点线 93%  趋势线 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BTC      总胜率 81%  拐点线 81%  分界点A 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Calibri"/>
              </a:defRPr>
            </a:pPr>
            <a:r>
              <a:t>ETH      总胜率 70%  拐点线 87%  趋势线 43%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4H 方向过滤后 XAUUSD 胜率从 71% → 90%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使用演示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$ python monitor.py BTC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══ BTC 信号摘要 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方向: 做多  |  评分: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入场: 62,800 ~ 63,200  |  止损: 61,500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C55E"/>
                </a:solidFill>
                <a:latin typeface="Calibri"/>
              </a:defRPr>
            </a:pPr>
            <a:r>
              <a:t>4H方向: 向上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55F7"/>
                </a:solidFill>
                <a:latin typeface="Calibri"/>
              </a:defRPr>
            </a:pPr>
            <a:r>
              <a:t>3 秒读完，直接决策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TrendVision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用纪律替代感觉 · 用数据替代冲动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55F7"/>
                </a:solidFill>
                <a:latin typeface="Calibri"/>
              </a:defRPr>
            </a:pPr>
            <a:r>
              <a:t>github.com/yht0030-cyber/trendvision-ai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#OKXAI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